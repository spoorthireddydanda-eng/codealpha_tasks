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A0BE-0330-A705-574F-8EF79D4BB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HANGMAN GAME USING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63DC5-E579-87D2-5A9B-D7ACF7ACA95A}"/>
              </a:ext>
            </a:extLst>
          </p:cNvPr>
          <p:cNvSpPr txBox="1"/>
          <p:nvPr/>
        </p:nvSpPr>
        <p:spPr>
          <a:xfrm>
            <a:off x="8662219" y="5555226"/>
            <a:ext cx="34609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 . Spoorthi</a:t>
            </a:r>
          </a:p>
          <a:p>
            <a:r>
              <a:rPr lang="en-IN" dirty="0"/>
              <a:t>ECE</a:t>
            </a:r>
          </a:p>
          <a:p>
            <a:r>
              <a:rPr lang="en-IN" dirty="0"/>
              <a:t>Malla Reddy Engineering College For Women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68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5AEA-A689-E28C-279D-1B43C2D5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E189C-F886-745A-50BA-8D3E96EC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Hangman is a simple word guessing game. The player guesses letters one by one. The player has limited attempts to guess the word.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96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8203-617C-9E21-5631-1D9A7D82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EC198-C832-D4BA-A28B-DB8280C2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simple game using Python.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loops and conditions.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programming skills.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4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5ED5-BB5F-EB62-57CD-A4FE855F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710D-0634-3D6A-A87C-1DD924E40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IDLE / VS Code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90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E2F2-6123-23C3-5950-37DCFC00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CCAE1-5F3A-536E-F20D-82F94B02C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installed on system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Python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99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CC0E-1797-D829-F66C-6D1ADBE9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6BFC-1C29-6574-EC84-9FD363979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380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selects a random word.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guesses letters.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letters are displayed.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guesses reduce attempts.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ends when word is guessed or attempts become zero.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74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2D27-9F79-C66A-2A9A-7B517C13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088EF8-61A7-DB49-2B24-A2DB056A3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517058"/>
            <a:ext cx="7729728" cy="425736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= ["apple", "tiger", "phone"]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random.choice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(words)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guessed = ""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attempts = 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print("Welcome to Hangman Game")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attempts &gt; 0: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display = "“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 letter in word: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if letter in guessed: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display += letter</a:t>
            </a:r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96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EB82-1FF2-56C8-79ED-F71A9014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BD44-63E3-F469-6892-AC088DED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7906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display += "_"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print(display)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 display == word: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print("You Won!")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break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guess = input("Guess a letter: 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 guess in word: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guessed += guess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243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30A8-9EE4-FFDD-F501-68BFA395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2BF0B-417C-E9B0-B40E-E38834C11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9873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print("Correct!")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else: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attempts -=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print("Wrong!")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print("Attempts left:", attempts)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attempts == 0: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print("Game Over!")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print("The word was:", word)</a:t>
            </a:r>
          </a:p>
        </p:txBody>
      </p:sp>
    </p:spTree>
    <p:extLst>
      <p:ext uri="{BB962C8B-B14F-4D97-AF65-F5344CB8AC3E}">
        <p14:creationId xmlns:p14="http://schemas.microsoft.com/office/powerpoint/2010/main" val="41841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E936-EE86-D9E9-D646-35E8DE8A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8421A-544C-3CE2-C563-C19A82285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2465" y="2497394"/>
            <a:ext cx="4827638" cy="398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6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C731-83C9-1EDE-8DF1-F1AAA3D0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2195-BA70-E6C4-57BC-FB70B0989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 friendly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logical thinking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learn Python basics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08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3557-2A1E-03E9-1246-6B5E494A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B574-782E-C988-F881-AB414E5E3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game uses only predefined words.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graphics or animations are included.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player can guess only single letters.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game runs only in text mode.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436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094F-BB5F-732F-9950-40AE2401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C1336-BE2D-59AB-0056-5B4C2B858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Hangman Game project was successfully developed using Python.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in understanding loops, conditions and strings in Python.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741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9676-658A-77F2-605D-2E9997B4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1AB11-109B-FD24-44B9-75B89E7A5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words to the game.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difficulty levels.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sound effects and animations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8517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{E774FA91-2EC1-4641-8212-E3D0A69866C9}TFfb9a325e-b4a8-473d-b025-df086f5ae4937a5f077a-90802770140c</Template>
  <TotalTime>20</TotalTime>
  <Words>354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Times New Roman</vt:lpstr>
      <vt:lpstr>Parcel</vt:lpstr>
      <vt:lpstr>HANGMAN GAME USING  PYTHON</vt:lpstr>
      <vt:lpstr>INTRODUCTION</vt:lpstr>
      <vt:lpstr>OBJECTIVE</vt:lpstr>
      <vt:lpstr>TOOLS</vt:lpstr>
      <vt:lpstr>REQUIREMENTS</vt:lpstr>
      <vt:lpstr>WORKING</vt:lpstr>
      <vt:lpstr>SOURCE CODE</vt:lpstr>
      <vt:lpstr>SOURCE CODE</vt:lpstr>
      <vt:lpstr>SOURCE CODE</vt:lpstr>
      <vt:lpstr>OUTPUT</vt:lpstr>
      <vt:lpstr>ADVANTAGES</vt:lpstr>
      <vt:lpstr>LIMITATIONS</vt:lpstr>
      <vt:lpstr>CONCLUSION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spoorthireddydanda@gmail.com</dc:creator>
  <cp:lastModifiedBy>spoorthireddydanda@gmail.com</cp:lastModifiedBy>
  <cp:revision>1</cp:revision>
  <dcterms:created xsi:type="dcterms:W3CDTF">2026-05-21T03:10:54Z</dcterms:created>
  <dcterms:modified xsi:type="dcterms:W3CDTF">2026-05-21T03:31:49Z</dcterms:modified>
</cp:coreProperties>
</file>