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5/22/2026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5/22/2026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C67A3-A5B3-9E5C-DEF0-7072704A3465}"/>
              </a:ext>
            </a:extLst>
          </p:cNvPr>
          <p:cNvSpPr>
            <a:spLocks noGrp="1"/>
          </p:cNvSpPr>
          <p:nvPr>
            <p:ph type="ctrTitle"/>
          </p:nvPr>
        </p:nvSpPr>
        <p:spPr/>
        <p:txBody>
          <a:bodyPr/>
          <a:lstStyle/>
          <a:p>
            <a:r>
              <a:rPr lang="en-IN" dirty="0">
                <a:latin typeface="Times New Roman" panose="02020603050405020304" pitchFamily="18" charset="0"/>
                <a:cs typeface="Times New Roman" panose="02020603050405020304" pitchFamily="18" charset="0"/>
              </a:rPr>
              <a:t>BASIC CHATBOT USING PYTHON</a:t>
            </a:r>
          </a:p>
        </p:txBody>
      </p:sp>
      <p:sp>
        <p:nvSpPr>
          <p:cNvPr id="5" name="TextBox 4">
            <a:extLst>
              <a:ext uri="{FF2B5EF4-FFF2-40B4-BE49-F238E27FC236}">
                <a16:creationId xmlns:a16="http://schemas.microsoft.com/office/drawing/2014/main" id="{96433881-57F3-CFE6-BAF7-D181B35303FD}"/>
              </a:ext>
            </a:extLst>
          </p:cNvPr>
          <p:cNvSpPr txBox="1"/>
          <p:nvPr/>
        </p:nvSpPr>
        <p:spPr>
          <a:xfrm>
            <a:off x="8416413" y="5663380"/>
            <a:ext cx="3775587" cy="1194619"/>
          </a:xfrm>
          <a:prstGeom prst="rect">
            <a:avLst/>
          </a:prstGeom>
          <a:noFill/>
        </p:spPr>
        <p:txBody>
          <a:bodyPr wrap="square" rtlCol="0">
            <a:spAutoFit/>
          </a:bodyPr>
          <a:lstStyle/>
          <a:p>
            <a:r>
              <a:rPr lang="en-IN"/>
              <a:t>D.SPOORTHI</a:t>
            </a:r>
          </a:p>
          <a:p>
            <a:r>
              <a:rPr lang="en-IN"/>
              <a:t>ECE</a:t>
            </a:r>
          </a:p>
          <a:p>
            <a:r>
              <a:rPr lang="en-IN"/>
              <a:t>MallaReddy Engineering College For Women</a:t>
            </a:r>
            <a:endParaRPr lang="en-IN" dirty="0"/>
          </a:p>
        </p:txBody>
      </p:sp>
    </p:spTree>
    <p:extLst>
      <p:ext uri="{BB962C8B-B14F-4D97-AF65-F5344CB8AC3E}">
        <p14:creationId xmlns:p14="http://schemas.microsoft.com/office/powerpoint/2010/main" val="736655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87B6A-44B8-8817-75EA-41BEF12C655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F4E29A10-92A4-34D9-D834-EF973B9F3CC4}"/>
              </a:ext>
            </a:extLst>
          </p:cNvPr>
          <p:cNvSpPr>
            <a:spLocks noGrp="1"/>
          </p:cNvSpPr>
          <p:nvPr>
            <p:ph idx="1"/>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This project is a simple chatbot developed using Python. The chatbot responds to basic user messages like greetings and simple questions using predefined replies. This project helps in understanding basic Python concepts such as loops, conditions and user input handling.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6130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61E0E-76A8-71B3-2674-F68ED26F0AE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EFC2C521-E398-B8D3-32C4-55AC95B4C2C4}"/>
              </a:ext>
            </a:extLst>
          </p:cNvPr>
          <p:cNvSpPr>
            <a:spLocks noGrp="1"/>
          </p:cNvSpPr>
          <p:nvPr>
            <p:ph idx="1"/>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To create a simple chatbot using Python. </a:t>
            </a:r>
          </a:p>
          <a:p>
            <a:pPr>
              <a:lnSpc>
                <a:spcPct val="150000"/>
              </a:lnSpc>
            </a:pPr>
            <a:r>
              <a:rPr lang="en-US" dirty="0">
                <a:latin typeface="Times New Roman" panose="02020603050405020304" pitchFamily="18" charset="0"/>
                <a:cs typeface="Times New Roman" panose="02020603050405020304" pitchFamily="18" charset="0"/>
              </a:rPr>
              <a:t>To understand conditional statements and loops. </a:t>
            </a:r>
          </a:p>
          <a:p>
            <a:pPr>
              <a:lnSpc>
                <a:spcPct val="150000"/>
              </a:lnSpc>
            </a:pPr>
            <a:r>
              <a:rPr lang="en-US" dirty="0">
                <a:latin typeface="Times New Roman" panose="02020603050405020304" pitchFamily="18" charset="0"/>
                <a:cs typeface="Times New Roman" panose="02020603050405020304" pitchFamily="18" charset="0"/>
              </a:rPr>
              <a:t>To simulate basic human conversation using predefined responses</a:t>
            </a:r>
            <a:r>
              <a:rPr lang="en-US" dirty="0"/>
              <a:t>.</a:t>
            </a:r>
            <a:endParaRPr lang="en-IN" dirty="0"/>
          </a:p>
        </p:txBody>
      </p:sp>
    </p:spTree>
    <p:extLst>
      <p:ext uri="{BB962C8B-B14F-4D97-AF65-F5344CB8AC3E}">
        <p14:creationId xmlns:p14="http://schemas.microsoft.com/office/powerpoint/2010/main" val="2780757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7861F-FD27-745A-6F25-7EDB09B924B0}"/>
              </a:ext>
            </a:extLst>
          </p:cNvPr>
          <p:cNvSpPr>
            <a:spLocks noGrp="1"/>
          </p:cNvSpPr>
          <p:nvPr>
            <p:ph type="title"/>
          </p:nvPr>
        </p:nvSpPr>
        <p:spPr/>
        <p:txBody>
          <a:bodyPr/>
          <a:lstStyle/>
          <a:p>
            <a:pPr>
              <a:lnSpc>
                <a:spcPct val="150000"/>
              </a:lnSpc>
            </a:pPr>
            <a:r>
              <a:rPr lang="en-IN" dirty="0">
                <a:latin typeface="Times New Roman" panose="02020603050405020304" pitchFamily="18" charset="0"/>
                <a:cs typeface="Times New Roman" panose="02020603050405020304" pitchFamily="18" charset="0"/>
              </a:rPr>
              <a:t>TOOLS AND TECHNOLOGIES</a:t>
            </a:r>
          </a:p>
        </p:txBody>
      </p:sp>
      <p:sp>
        <p:nvSpPr>
          <p:cNvPr id="3" name="Content Placeholder 2">
            <a:extLst>
              <a:ext uri="{FF2B5EF4-FFF2-40B4-BE49-F238E27FC236}">
                <a16:creationId xmlns:a16="http://schemas.microsoft.com/office/drawing/2014/main" id="{DB9B05EB-93DB-410D-B44D-1AE809F83E49}"/>
              </a:ext>
            </a:extLst>
          </p:cNvPr>
          <p:cNvSpPr>
            <a:spLocks noGrp="1"/>
          </p:cNvSpPr>
          <p:nvPr>
            <p:ph idx="1"/>
          </p:nvPr>
        </p:nvSpPr>
        <p:spPr/>
        <p:txBody>
          <a:bodyPr/>
          <a:lstStyle/>
          <a:p>
            <a:pPr>
              <a:lnSpc>
                <a:spcPct val="150000"/>
              </a:lnSpc>
            </a:pPr>
            <a:r>
              <a:rPr lang="en-IN" dirty="0">
                <a:latin typeface="Times New Roman" panose="02020603050405020304" pitchFamily="18" charset="0"/>
                <a:cs typeface="Times New Roman" panose="02020603050405020304" pitchFamily="18" charset="0"/>
              </a:rPr>
              <a:t>Python Programming Language </a:t>
            </a:r>
          </a:p>
          <a:p>
            <a:pPr>
              <a:lnSpc>
                <a:spcPct val="150000"/>
              </a:lnSpc>
            </a:pPr>
            <a:r>
              <a:rPr lang="en-IN" dirty="0">
                <a:latin typeface="Times New Roman" panose="02020603050405020304" pitchFamily="18" charset="0"/>
                <a:cs typeface="Times New Roman" panose="02020603050405020304" pitchFamily="18" charset="0"/>
              </a:rPr>
              <a:t>Python IDLE / VS Code </a:t>
            </a:r>
          </a:p>
          <a:p>
            <a:pPr marL="0" indent="0">
              <a:buNone/>
            </a:pPr>
            <a:endParaRPr lang="en-IN" dirty="0"/>
          </a:p>
        </p:txBody>
      </p:sp>
    </p:spTree>
    <p:extLst>
      <p:ext uri="{BB962C8B-B14F-4D97-AF65-F5344CB8AC3E}">
        <p14:creationId xmlns:p14="http://schemas.microsoft.com/office/powerpoint/2010/main" val="1136886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04E6A-22D9-77B0-0D9D-F5B26CFB3295}"/>
              </a:ext>
            </a:extLst>
          </p:cNvPr>
          <p:cNvSpPr>
            <a:spLocks noGrp="1"/>
          </p:cNvSpPr>
          <p:nvPr>
            <p:ph type="title"/>
          </p:nvPr>
        </p:nvSpPr>
        <p:spPr/>
        <p:txBody>
          <a:bodyPr/>
          <a:lstStyle/>
          <a:p>
            <a:pPr>
              <a:lnSpc>
                <a:spcPct val="150000"/>
              </a:lnSpc>
            </a:pPr>
            <a:r>
              <a:rPr lang="en-IN" dirty="0">
                <a:latin typeface="Times New Roman" panose="02020603050405020304" pitchFamily="18" charset="0"/>
                <a:cs typeface="Times New Roman" panose="02020603050405020304" pitchFamily="18" charset="0"/>
              </a:rPr>
              <a:t>REQUIREMENTS</a:t>
            </a:r>
          </a:p>
        </p:txBody>
      </p:sp>
      <p:sp>
        <p:nvSpPr>
          <p:cNvPr id="3" name="Content Placeholder 2">
            <a:extLst>
              <a:ext uri="{FF2B5EF4-FFF2-40B4-BE49-F238E27FC236}">
                <a16:creationId xmlns:a16="http://schemas.microsoft.com/office/drawing/2014/main" id="{98D54569-184C-37D6-4631-709926355EF5}"/>
              </a:ext>
            </a:extLst>
          </p:cNvPr>
          <p:cNvSpPr>
            <a:spLocks noGrp="1"/>
          </p:cNvSpPr>
          <p:nvPr>
            <p:ph idx="1"/>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Python installation on system </a:t>
            </a:r>
          </a:p>
          <a:p>
            <a:pPr>
              <a:lnSpc>
                <a:spcPct val="150000"/>
              </a:lnSpc>
            </a:pPr>
            <a:r>
              <a:rPr lang="en-US" dirty="0">
                <a:latin typeface="Times New Roman" panose="02020603050405020304" pitchFamily="18" charset="0"/>
                <a:cs typeface="Times New Roman" panose="02020603050405020304" pitchFamily="18" charset="0"/>
              </a:rPr>
              <a:t>Basic knowledge of Python </a:t>
            </a:r>
          </a:p>
        </p:txBody>
      </p:sp>
    </p:spTree>
    <p:extLst>
      <p:ext uri="{BB962C8B-B14F-4D97-AF65-F5344CB8AC3E}">
        <p14:creationId xmlns:p14="http://schemas.microsoft.com/office/powerpoint/2010/main" val="880661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2016-D520-4E95-F688-B064ED02FE6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WORKING</a:t>
            </a:r>
          </a:p>
        </p:txBody>
      </p:sp>
      <p:sp>
        <p:nvSpPr>
          <p:cNvPr id="3" name="Content Placeholder 2">
            <a:extLst>
              <a:ext uri="{FF2B5EF4-FFF2-40B4-BE49-F238E27FC236}">
                <a16:creationId xmlns:a16="http://schemas.microsoft.com/office/drawing/2014/main" id="{A3D2B288-1971-F544-E2C5-2CC911A0161A}"/>
              </a:ext>
            </a:extLst>
          </p:cNvPr>
          <p:cNvSpPr>
            <a:spLocks noGrp="1"/>
          </p:cNvSpPr>
          <p:nvPr>
            <p:ph idx="1"/>
          </p:nvPr>
        </p:nvSpPr>
        <p:spPr/>
        <p:txBody>
          <a:bodyPr>
            <a:normAutofit fontScale="92500" lnSpcReduction="10000"/>
          </a:bodyPr>
          <a:lstStyle/>
          <a:p>
            <a:pPr>
              <a:lnSpc>
                <a:spcPct val="110000"/>
              </a:lnSpc>
            </a:pPr>
            <a:r>
              <a:rPr lang="en-US" dirty="0">
                <a:latin typeface="Times New Roman" panose="02020603050405020304" pitchFamily="18" charset="0"/>
                <a:cs typeface="Times New Roman" panose="02020603050405020304" pitchFamily="18" charset="0"/>
              </a:rPr>
              <a:t>The chatbot accepts input from the user and checks the entered text using if-</a:t>
            </a:r>
            <a:r>
              <a:rPr lang="en-US" dirty="0" err="1">
                <a:latin typeface="Times New Roman" panose="02020603050405020304" pitchFamily="18" charset="0"/>
                <a:cs typeface="Times New Roman" panose="02020603050405020304" pitchFamily="18" charset="0"/>
              </a:rPr>
              <a:t>elif</a:t>
            </a:r>
            <a:r>
              <a:rPr lang="en-US" dirty="0">
                <a:latin typeface="Times New Roman" panose="02020603050405020304" pitchFamily="18" charset="0"/>
                <a:cs typeface="Times New Roman" panose="02020603050405020304" pitchFamily="18" charset="0"/>
              </a:rPr>
              <a:t> conditions.</a:t>
            </a:r>
          </a:p>
          <a:p>
            <a:pPr>
              <a:lnSpc>
                <a:spcPct val="110000"/>
              </a:lnSpc>
            </a:pPr>
            <a:r>
              <a:rPr lang="en-US" dirty="0">
                <a:latin typeface="Times New Roman" panose="02020603050405020304" pitchFamily="18" charset="0"/>
                <a:cs typeface="Times New Roman" panose="02020603050405020304" pitchFamily="18" charset="0"/>
              </a:rPr>
              <a:t>Based on the input:</a:t>
            </a:r>
          </a:p>
          <a:p>
            <a:pPr>
              <a:lnSpc>
                <a:spcPct val="110000"/>
              </a:lnSpc>
            </a:pPr>
            <a:r>
              <a:rPr lang="en-US" dirty="0">
                <a:latin typeface="Times New Roman" panose="02020603050405020304" pitchFamily="18" charset="0"/>
                <a:cs typeface="Times New Roman" panose="02020603050405020304" pitchFamily="18" charset="0"/>
              </a:rPr>
              <a:t>If user types “hello”, chatbot replies “Hi!” </a:t>
            </a:r>
          </a:p>
          <a:p>
            <a:pPr>
              <a:lnSpc>
                <a:spcPct val="110000"/>
              </a:lnSpc>
            </a:pPr>
            <a:r>
              <a:rPr lang="en-US" dirty="0">
                <a:latin typeface="Times New Roman" panose="02020603050405020304" pitchFamily="18" charset="0"/>
                <a:cs typeface="Times New Roman" panose="02020603050405020304" pitchFamily="18" charset="0"/>
              </a:rPr>
              <a:t>If user types “how are you”, chatbot replies “I’m fine, thanks!” </a:t>
            </a:r>
          </a:p>
          <a:p>
            <a:pPr>
              <a:lnSpc>
                <a:spcPct val="110000"/>
              </a:lnSpc>
            </a:pPr>
            <a:r>
              <a:rPr lang="en-US" dirty="0">
                <a:latin typeface="Times New Roman" panose="02020603050405020304" pitchFamily="18" charset="0"/>
                <a:cs typeface="Times New Roman" panose="02020603050405020304" pitchFamily="18" charset="0"/>
              </a:rPr>
              <a:t>If user types “bye”, chatbot exits the program. </a:t>
            </a:r>
          </a:p>
          <a:p>
            <a:pPr>
              <a:lnSpc>
                <a:spcPct val="110000"/>
              </a:lnSpc>
            </a:pPr>
            <a:r>
              <a:rPr lang="en-US" dirty="0">
                <a:latin typeface="Times New Roman" panose="02020603050405020304" pitchFamily="18" charset="0"/>
                <a:cs typeface="Times New Roman" panose="02020603050405020304" pitchFamily="18" charset="0"/>
              </a:rPr>
              <a:t>The loop continues until the user enters “bye”.</a:t>
            </a:r>
          </a:p>
          <a:p>
            <a:endParaRPr lang="en-IN" dirty="0"/>
          </a:p>
        </p:txBody>
      </p:sp>
    </p:spTree>
    <p:extLst>
      <p:ext uri="{BB962C8B-B14F-4D97-AF65-F5344CB8AC3E}">
        <p14:creationId xmlns:p14="http://schemas.microsoft.com/office/powerpoint/2010/main" val="2863075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59C26-6C3E-7097-F0C9-DD060040E414}"/>
              </a:ext>
            </a:extLst>
          </p:cNvPr>
          <p:cNvSpPr>
            <a:spLocks noGrp="1"/>
          </p:cNvSpPr>
          <p:nvPr>
            <p:ph type="title"/>
          </p:nvPr>
        </p:nvSpPr>
        <p:spPr>
          <a:xfrm>
            <a:off x="1295402" y="982133"/>
            <a:ext cx="9601196" cy="787674"/>
          </a:xfrm>
        </p:spPr>
        <p:txBody>
          <a:bodyPr/>
          <a:lstStyle/>
          <a:p>
            <a:r>
              <a:rPr lang="en-IN" dirty="0">
                <a:latin typeface="Times New Roman" panose="02020603050405020304" pitchFamily="18" charset="0"/>
                <a:cs typeface="Times New Roman" panose="02020603050405020304" pitchFamily="18" charset="0"/>
              </a:rPr>
              <a:t>SOURCE CODE</a:t>
            </a:r>
          </a:p>
        </p:txBody>
      </p:sp>
      <p:pic>
        <p:nvPicPr>
          <p:cNvPr id="5" name="Content Placeholder 4">
            <a:extLst>
              <a:ext uri="{FF2B5EF4-FFF2-40B4-BE49-F238E27FC236}">
                <a16:creationId xmlns:a16="http://schemas.microsoft.com/office/drawing/2014/main" id="{52B0580D-09FE-6B31-040B-D5F55CD2F4E6}"/>
              </a:ext>
            </a:extLst>
          </p:cNvPr>
          <p:cNvPicPr>
            <a:picLocks noGrp="1" noChangeAspect="1"/>
          </p:cNvPicPr>
          <p:nvPr>
            <p:ph idx="1"/>
          </p:nvPr>
        </p:nvPicPr>
        <p:blipFill>
          <a:blip r:embed="rId2"/>
          <a:stretch>
            <a:fillRect/>
          </a:stretch>
        </p:blipFill>
        <p:spPr>
          <a:xfrm>
            <a:off x="1445342" y="2566220"/>
            <a:ext cx="6465397" cy="3436938"/>
          </a:xfrm>
          <a:prstGeom prst="rect">
            <a:avLst/>
          </a:prstGeom>
        </p:spPr>
      </p:pic>
    </p:spTree>
    <p:extLst>
      <p:ext uri="{BB962C8B-B14F-4D97-AF65-F5344CB8AC3E}">
        <p14:creationId xmlns:p14="http://schemas.microsoft.com/office/powerpoint/2010/main" val="3357762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89626-4DA0-756B-D9CA-3413897D82E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OUTPUT</a:t>
            </a:r>
          </a:p>
        </p:txBody>
      </p:sp>
      <p:pic>
        <p:nvPicPr>
          <p:cNvPr id="5" name="Content Placeholder 4">
            <a:extLst>
              <a:ext uri="{FF2B5EF4-FFF2-40B4-BE49-F238E27FC236}">
                <a16:creationId xmlns:a16="http://schemas.microsoft.com/office/drawing/2014/main" id="{B3D52F12-F4D9-2E01-5073-6A5BCC838DF8}"/>
              </a:ext>
            </a:extLst>
          </p:cNvPr>
          <p:cNvPicPr>
            <a:picLocks noGrp="1" noChangeAspect="1"/>
          </p:cNvPicPr>
          <p:nvPr>
            <p:ph idx="1"/>
          </p:nvPr>
        </p:nvPicPr>
        <p:blipFill>
          <a:blip r:embed="rId2"/>
          <a:stretch>
            <a:fillRect/>
          </a:stretch>
        </p:blipFill>
        <p:spPr>
          <a:xfrm>
            <a:off x="1435510" y="2576052"/>
            <a:ext cx="7108722" cy="3490451"/>
          </a:xfrm>
          <a:prstGeom prst="rect">
            <a:avLst/>
          </a:prstGeom>
        </p:spPr>
      </p:pic>
    </p:spTree>
    <p:extLst>
      <p:ext uri="{BB962C8B-B14F-4D97-AF65-F5344CB8AC3E}">
        <p14:creationId xmlns:p14="http://schemas.microsoft.com/office/powerpoint/2010/main" val="2194473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4DF30-5A2E-91B9-C8F9-9879D81E84E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ADVANTAGES</a:t>
            </a:r>
          </a:p>
        </p:txBody>
      </p:sp>
      <p:sp>
        <p:nvSpPr>
          <p:cNvPr id="3" name="Content Placeholder 2">
            <a:extLst>
              <a:ext uri="{FF2B5EF4-FFF2-40B4-BE49-F238E27FC236}">
                <a16:creationId xmlns:a16="http://schemas.microsoft.com/office/drawing/2014/main" id="{9E2AE194-398F-B2F1-3B6C-5BAF61F1F414}"/>
              </a:ext>
            </a:extLst>
          </p:cNvPr>
          <p:cNvSpPr>
            <a:spLocks noGrp="1"/>
          </p:cNvSpPr>
          <p:nvPr>
            <p:ph idx="1"/>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Simple and easy to understand </a:t>
            </a:r>
          </a:p>
          <a:p>
            <a:pPr>
              <a:lnSpc>
                <a:spcPct val="150000"/>
              </a:lnSpc>
            </a:pPr>
            <a:r>
              <a:rPr lang="en-US" dirty="0">
                <a:latin typeface="Times New Roman" panose="02020603050405020304" pitchFamily="18" charset="0"/>
                <a:cs typeface="Times New Roman" panose="02020603050405020304" pitchFamily="18" charset="0"/>
              </a:rPr>
              <a:t>Beginner friendly </a:t>
            </a:r>
          </a:p>
          <a:p>
            <a:pPr>
              <a:lnSpc>
                <a:spcPct val="150000"/>
              </a:lnSpc>
            </a:pPr>
            <a:r>
              <a:rPr lang="en-US" dirty="0">
                <a:latin typeface="Times New Roman" panose="02020603050405020304" pitchFamily="18" charset="0"/>
                <a:cs typeface="Times New Roman" panose="02020603050405020304" pitchFamily="18" charset="0"/>
              </a:rPr>
              <a:t>Helps understand chatbot basics </a:t>
            </a:r>
          </a:p>
          <a:p>
            <a:pPr>
              <a:lnSpc>
                <a:spcPct val="150000"/>
              </a:lnSpc>
            </a:pPr>
            <a:r>
              <a:rPr lang="en-US" dirty="0">
                <a:latin typeface="Times New Roman" panose="02020603050405020304" pitchFamily="18" charset="0"/>
                <a:cs typeface="Times New Roman" panose="02020603050405020304" pitchFamily="18" charset="0"/>
              </a:rPr>
              <a:t>Improves Python programming skills </a:t>
            </a:r>
          </a:p>
          <a:p>
            <a:pPr marL="0" indent="0">
              <a:buNone/>
            </a:pPr>
            <a:endParaRPr lang="en-IN" dirty="0"/>
          </a:p>
        </p:txBody>
      </p:sp>
    </p:spTree>
    <p:extLst>
      <p:ext uri="{BB962C8B-B14F-4D97-AF65-F5344CB8AC3E}">
        <p14:creationId xmlns:p14="http://schemas.microsoft.com/office/powerpoint/2010/main" val="2026584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9F4EF-B817-24AE-F01C-1DE51974898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LIMITATIONS</a:t>
            </a:r>
          </a:p>
        </p:txBody>
      </p:sp>
      <p:sp>
        <p:nvSpPr>
          <p:cNvPr id="3" name="Content Placeholder 2">
            <a:extLst>
              <a:ext uri="{FF2B5EF4-FFF2-40B4-BE49-F238E27FC236}">
                <a16:creationId xmlns:a16="http://schemas.microsoft.com/office/drawing/2014/main" id="{B354AE58-BD09-F2C7-45EA-42DF62A7C3EE}"/>
              </a:ext>
            </a:extLst>
          </p:cNvPr>
          <p:cNvSpPr>
            <a:spLocks noGrp="1"/>
          </p:cNvSpPr>
          <p:nvPr>
            <p:ph idx="1"/>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Responds only to predefined inputs </a:t>
            </a:r>
          </a:p>
          <a:p>
            <a:pPr>
              <a:lnSpc>
                <a:spcPct val="150000"/>
              </a:lnSpc>
            </a:pPr>
            <a:r>
              <a:rPr lang="en-US" dirty="0">
                <a:latin typeface="Times New Roman" panose="02020603050405020304" pitchFamily="18" charset="0"/>
                <a:cs typeface="Times New Roman" panose="02020603050405020304" pitchFamily="18" charset="0"/>
              </a:rPr>
              <a:t>Cannot understand complex sentences </a:t>
            </a:r>
          </a:p>
          <a:p>
            <a:pPr>
              <a:lnSpc>
                <a:spcPct val="150000"/>
              </a:lnSpc>
            </a:pPr>
            <a:r>
              <a:rPr lang="en-US" dirty="0">
                <a:latin typeface="Times New Roman" panose="02020603050405020304" pitchFamily="18" charset="0"/>
                <a:cs typeface="Times New Roman" panose="02020603050405020304" pitchFamily="18" charset="0"/>
              </a:rPr>
              <a:t>No artificial intelligence used </a:t>
            </a:r>
          </a:p>
          <a:p>
            <a:pPr marL="0" indent="0">
              <a:buNone/>
            </a:pPr>
            <a:endParaRPr lang="en-IN" dirty="0"/>
          </a:p>
        </p:txBody>
      </p:sp>
    </p:spTree>
    <p:extLst>
      <p:ext uri="{BB962C8B-B14F-4D97-AF65-F5344CB8AC3E}">
        <p14:creationId xmlns:p14="http://schemas.microsoft.com/office/powerpoint/2010/main" val="1050238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18391-8B27-D732-9F81-45218AECF4D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1AD2B46E-7540-34E6-168C-5B4D7EF3D0E2}"/>
              </a:ext>
            </a:extLst>
          </p:cNvPr>
          <p:cNvSpPr>
            <a:spLocks noGrp="1"/>
          </p:cNvSpPr>
          <p:nvPr>
            <p:ph idx="1"/>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The Basic Chatbot project successfully demonstrates simple interaction between user and computer using Python programming. This project helped in understanding loops, conditional statements and user input handling.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9922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792E4-9792-E335-A387-2870731E007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FUTURE ENHANCEMENTS</a:t>
            </a:r>
          </a:p>
        </p:txBody>
      </p:sp>
      <p:sp>
        <p:nvSpPr>
          <p:cNvPr id="3" name="Content Placeholder 2">
            <a:extLst>
              <a:ext uri="{FF2B5EF4-FFF2-40B4-BE49-F238E27FC236}">
                <a16:creationId xmlns:a16="http://schemas.microsoft.com/office/drawing/2014/main" id="{98040161-0E89-4CCD-FF3C-BC57E305213E}"/>
              </a:ext>
            </a:extLst>
          </p:cNvPr>
          <p:cNvSpPr>
            <a:spLocks noGrp="1"/>
          </p:cNvSpPr>
          <p:nvPr>
            <p:ph idx="1"/>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Add voice support </a:t>
            </a:r>
          </a:p>
          <a:p>
            <a:pPr>
              <a:lnSpc>
                <a:spcPct val="150000"/>
              </a:lnSpc>
            </a:pPr>
            <a:r>
              <a:rPr lang="en-US" dirty="0">
                <a:latin typeface="Times New Roman" panose="02020603050405020304" pitchFamily="18" charset="0"/>
                <a:cs typeface="Times New Roman" panose="02020603050405020304" pitchFamily="18" charset="0"/>
              </a:rPr>
              <a:t>Add more responses </a:t>
            </a:r>
          </a:p>
          <a:p>
            <a:pPr>
              <a:lnSpc>
                <a:spcPct val="150000"/>
              </a:lnSpc>
            </a:pPr>
            <a:r>
              <a:rPr lang="en-US" dirty="0">
                <a:latin typeface="Times New Roman" panose="02020603050405020304" pitchFamily="18" charset="0"/>
                <a:cs typeface="Times New Roman" panose="02020603050405020304" pitchFamily="18" charset="0"/>
              </a:rPr>
              <a:t>Use AI and machine learning </a:t>
            </a:r>
          </a:p>
          <a:p>
            <a:pPr>
              <a:lnSpc>
                <a:spcPct val="150000"/>
              </a:lnSpc>
            </a:pPr>
            <a:r>
              <a:rPr lang="en-US" dirty="0">
                <a:latin typeface="Times New Roman" panose="02020603050405020304" pitchFamily="18" charset="0"/>
                <a:cs typeface="Times New Roman" panose="02020603050405020304" pitchFamily="18" charset="0"/>
              </a:rPr>
              <a:t>Create graphical interface </a:t>
            </a:r>
          </a:p>
          <a:p>
            <a:endParaRPr lang="en-IN" dirty="0"/>
          </a:p>
        </p:txBody>
      </p:sp>
    </p:spTree>
    <p:extLst>
      <p:ext uri="{BB962C8B-B14F-4D97-AF65-F5344CB8AC3E}">
        <p14:creationId xmlns:p14="http://schemas.microsoft.com/office/powerpoint/2010/main" val="108170596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17</TotalTime>
  <Words>253</Words>
  <Application>Microsoft Office PowerPoint</Application>
  <PresentationFormat>Widescreen</PresentationFormat>
  <Paragraphs>41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Garamond</vt:lpstr>
      <vt:lpstr>Times New Roman</vt:lpstr>
      <vt:lpstr>Organic</vt:lpstr>
      <vt:lpstr>BASIC CHATBOT USING PYTHON</vt:lpstr>
      <vt:lpstr>INTRODUCTION</vt:lpstr>
      <vt:lpstr>OBJECTIVE</vt:lpstr>
      <vt:lpstr>TOOLS AND TECHNOLOGIES</vt:lpstr>
      <vt:lpstr>REQUIREMENTS</vt:lpstr>
      <vt:lpstr>WORKING</vt:lpstr>
      <vt:lpstr>SOURCE CODE</vt:lpstr>
      <vt:lpstr>OUTPUT</vt:lpstr>
      <vt:lpstr>ADVANTAGES</vt:lpstr>
      <vt:lpstr>LIMITATIONS</vt:lpstr>
      <vt:lpstr>CONCLUSION</vt:lpstr>
      <vt:lpstr>FUTURE ENHANCEMENTS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spoorthireddydanda@gmail.com</dc:creator>
  <cp:lastModifiedBy>spoorthireddydanda@gmail.com</cp:lastModifiedBy>
  <cp:revision>2</cp:revision>
  <dcterms:created xsi:type="dcterms:W3CDTF">2026-05-21T02:50:07Z</dcterms:created>
  <dcterms:modified xsi:type="dcterms:W3CDTF">2026-05-22T03:54:24Z</dcterms:modified>
</cp:coreProperties>
</file>